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16" Target="../media/image27.png" Type="http://schemas.openxmlformats.org/officeDocument/2006/relationships/image"/><Relationship Id="rId17" Target="../media/image28.png" Type="http://schemas.openxmlformats.org/officeDocument/2006/relationships/image"/><Relationship Id="rId18" Target="../media/image29.png" Type="http://schemas.openxmlformats.org/officeDocument/2006/relationships/image"/><Relationship Id="rId19" Target="../media/image30.png" Type="http://schemas.openxmlformats.org/officeDocument/2006/relationships/image"/><Relationship Id="rId2" Target="../media/image13.png" Type="http://schemas.openxmlformats.org/officeDocument/2006/relationships/image"/><Relationship Id="rId20" Target="../media/image31.png" Type="http://schemas.openxmlformats.org/officeDocument/2006/relationships/image"/><Relationship Id="rId21" Target="../media/image32.png" Type="http://schemas.openxmlformats.org/officeDocument/2006/relationships/image"/><Relationship Id="rId22" Target="../media/image33.png" Type="http://schemas.openxmlformats.org/officeDocument/2006/relationships/image"/><Relationship Id="rId23" Target="../media/image34.png" Type="http://schemas.openxmlformats.org/officeDocument/2006/relationships/image"/><Relationship Id="rId24" Target="../media/image35.png" Type="http://schemas.openxmlformats.org/officeDocument/2006/relationships/image"/><Relationship Id="rId25" Target="../media/image36.png" Type="http://schemas.openxmlformats.org/officeDocument/2006/relationships/image"/><Relationship Id="rId26" Target="../media/image37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37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37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4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37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5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37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45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3.png" Type="http://schemas.openxmlformats.org/officeDocument/2006/relationships/image"/><Relationship Id="rId13" Target="../media/image64.png" Type="http://schemas.openxmlformats.org/officeDocument/2006/relationships/image"/><Relationship Id="rId14" Target="../media/image65.png" Type="http://schemas.openxmlformats.org/officeDocument/2006/relationships/image"/><Relationship Id="rId15" Target="../media/image66.png" Type="http://schemas.openxmlformats.org/officeDocument/2006/relationships/image"/><Relationship Id="rId16" Target="../media/image37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45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67.png" Type="http://schemas.openxmlformats.org/officeDocument/2006/relationships/image"/><Relationship Id="rId7" Target="../media/image45.png" Type="http://schemas.openxmlformats.org/officeDocument/2006/relationships/image"/><Relationship Id="rId8" Target="../media/image68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45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73.png" Type="http://schemas.openxmlformats.org/officeDocument/2006/relationships/image"/><Relationship Id="rId7" Target="../media/image45.png" Type="http://schemas.openxmlformats.org/officeDocument/2006/relationships/image"/><Relationship Id="rId8" Target="../media/image74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37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75.png" Type="http://schemas.openxmlformats.org/officeDocument/2006/relationships/image"/><Relationship Id="rId5" Target="../media/image44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37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75.png" Type="http://schemas.openxmlformats.org/officeDocument/2006/relationships/image"/><Relationship Id="rId5" Target="../media/image44.png" Type="http://schemas.openxmlformats.org/officeDocument/2006/relationships/image"/><Relationship Id="rId6" Target="../media/image79.png" Type="http://schemas.openxmlformats.org/officeDocument/2006/relationships/image"/><Relationship Id="rId7" Target="../media/image77.png" Type="http://schemas.openxmlformats.org/officeDocument/2006/relationships/image"/><Relationship Id="rId8" Target="../media/image8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44.png" Type="http://schemas.openxmlformats.org/officeDocument/2006/relationships/image"/><Relationship Id="rId5" Target="../media/image81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Relationship Id="rId8" Target="../media/image37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37.png" Type="http://schemas.openxmlformats.org/officeDocument/2006/relationships/image"/><Relationship Id="rId8" Target="../media/image45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Relationship Id="rId6" Target="../media/image85.png" Type="http://schemas.openxmlformats.org/officeDocument/2006/relationships/image"/><Relationship Id="rId7" Target="../media/image37.png" Type="http://schemas.openxmlformats.org/officeDocument/2006/relationships/image"/><Relationship Id="rId8" Target="../media/image45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89.png" Type="http://schemas.openxmlformats.org/officeDocument/2006/relationships/image"/><Relationship Id="rId4" Target="../media/image3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7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90.png" Type="http://schemas.openxmlformats.org/officeDocument/2006/relationships/image"/><Relationship Id="rId7" Target="../media/image91.png" Type="http://schemas.openxmlformats.org/officeDocument/2006/relationships/image"/><Relationship Id="rId8" Target="../media/image72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Relationship Id="rId8" Target="../media/image72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95.png" Type="http://schemas.openxmlformats.org/officeDocument/2006/relationships/image"/><Relationship Id="rId7" Target="../media/image72.png" Type="http://schemas.openxmlformats.org/officeDocument/2006/relationships/image"/><Relationship Id="rId8" Target="../media/image96.pn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98.png" Type="http://schemas.openxmlformats.org/officeDocument/2006/relationships/image"/><Relationship Id="rId7" Target="../media/image10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98.png" Type="http://schemas.openxmlformats.org/officeDocument/2006/relationships/image"/><Relationship Id="rId7" Target="../media/image10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01.png" Type="http://schemas.openxmlformats.org/officeDocument/2006/relationships/image"/><Relationship Id="rId7" Target="../media/image72.png" Type="http://schemas.openxmlformats.org/officeDocument/2006/relationships/image"/><Relationship Id="rId8" Target="../media/image102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01.png" Type="http://schemas.openxmlformats.org/officeDocument/2006/relationships/image"/><Relationship Id="rId7" Target="../media/image72.png" Type="http://schemas.openxmlformats.org/officeDocument/2006/relationships/image"/><Relationship Id="rId8" Target="../media/image102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07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01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08.png" Type="http://schemas.openxmlformats.org/officeDocument/2006/relationships/image"/><Relationship Id="rId7" Target="../media/image72.png" Type="http://schemas.openxmlformats.org/officeDocument/2006/relationships/image"/><Relationship Id="rId8" Target="../media/image109.png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0.png" Type="http://schemas.openxmlformats.org/officeDocument/2006/relationships/image"/><Relationship Id="rId11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12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13.png" Type="http://schemas.openxmlformats.org/officeDocument/2006/relationships/image"/><Relationship Id="rId4" Target="../media/image3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1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4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15.png" Type="http://schemas.openxmlformats.org/officeDocument/2006/relationships/image"/><Relationship Id="rId7" Target="../media/image116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18.png" Type="http://schemas.openxmlformats.org/officeDocument/2006/relationships/image"/><Relationship Id="rId7" Target="../media/image119.png" Type="http://schemas.openxmlformats.org/officeDocument/2006/relationships/image"/><Relationship Id="rId8" Target="../media/image11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20.png" Type="http://schemas.openxmlformats.org/officeDocument/2006/relationships/image"/><Relationship Id="rId7" Target="../media/image121.png" Type="http://schemas.openxmlformats.org/officeDocument/2006/relationships/image"/><Relationship Id="rId8" Target="../media/image11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22.png" Type="http://schemas.openxmlformats.org/officeDocument/2006/relationships/image"/><Relationship Id="rId7" Target="../media/image123.png" Type="http://schemas.openxmlformats.org/officeDocument/2006/relationships/image"/><Relationship Id="rId8" Target="../media/image11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24.png" Type="http://schemas.openxmlformats.org/officeDocument/2006/relationships/image"/><Relationship Id="rId7" Target="../media/image125.png" Type="http://schemas.openxmlformats.org/officeDocument/2006/relationships/image"/><Relationship Id="rId8" Target="../media/image126.png" Type="http://schemas.openxmlformats.org/officeDocument/2006/relationships/image"/><Relationship Id="rId9" Target="../media/image127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24.png" Type="http://schemas.openxmlformats.org/officeDocument/2006/relationships/image"/><Relationship Id="rId7" Target="../media/image128.png" Type="http://schemas.openxmlformats.org/officeDocument/2006/relationships/image"/><Relationship Id="rId8" Target="../media/image129.png" Type="http://schemas.openxmlformats.org/officeDocument/2006/relationships/image"/><Relationship Id="rId9" Target="../media/image12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14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24.png" Type="http://schemas.openxmlformats.org/officeDocument/2006/relationships/image"/><Relationship Id="rId7" Target="../media/image128.png" Type="http://schemas.openxmlformats.org/officeDocument/2006/relationships/image"/><Relationship Id="rId8" Target="../media/image129.pn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31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33.png" Type="http://schemas.openxmlformats.org/officeDocument/2006/relationships/image"/><Relationship Id="rId6" Target="../media/image114.png" Type="http://schemas.openxmlformats.org/officeDocument/2006/relationships/image"/><Relationship Id="rId7" Target="../media/image4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34.png" Type="http://schemas.openxmlformats.org/officeDocument/2006/relationships/image"/><Relationship Id="rId7" Target="../media/image135.png" Type="http://schemas.openxmlformats.org/officeDocument/2006/relationships/image"/><Relationship Id="rId8" Target="../media/image11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0.png" Type="http://schemas.openxmlformats.org/officeDocument/2006/relationships/image"/><Relationship Id="rId11" Target="../media/image114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36.png" Type="http://schemas.openxmlformats.org/officeDocument/2006/relationships/image"/><Relationship Id="rId7" Target="../media/image137.png" Type="http://schemas.openxmlformats.org/officeDocument/2006/relationships/image"/><Relationship Id="rId8" Target="../media/image138.png" Type="http://schemas.openxmlformats.org/officeDocument/2006/relationships/image"/><Relationship Id="rId9" Target="../media/image139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41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142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43.png" Type="http://schemas.openxmlformats.org/officeDocument/2006/relationships/image"/><Relationship Id="rId5" Target="../media/image11.png" Type="http://schemas.openxmlformats.org/officeDocument/2006/relationships/image"/><Relationship Id="rId6" Target="../media/image114.png" Type="http://schemas.openxmlformats.org/officeDocument/2006/relationships/image"/><Relationship Id="rId7" Target="../media/image45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44.png" Type="http://schemas.openxmlformats.org/officeDocument/2006/relationships/image"/><Relationship Id="rId7" Target="../media/image145.png" Type="http://schemas.openxmlformats.org/officeDocument/2006/relationships/image"/><Relationship Id="rId8" Target="../media/image11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46.png" Type="http://schemas.openxmlformats.org/officeDocument/2006/relationships/image"/><Relationship Id="rId7" Target="../media/image147.png" Type="http://schemas.openxmlformats.org/officeDocument/2006/relationships/image"/><Relationship Id="rId8" Target="../media/image11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48.png" Type="http://schemas.openxmlformats.org/officeDocument/2006/relationships/image"/><Relationship Id="rId7" Target="../media/image149.png" Type="http://schemas.openxmlformats.org/officeDocument/2006/relationships/image"/><Relationship Id="rId8" Target="../media/image150.png" Type="http://schemas.openxmlformats.org/officeDocument/2006/relationships/image"/><Relationship Id="rId9" Target="../media/image114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51.png" Type="http://schemas.openxmlformats.org/officeDocument/2006/relationships/image"/><Relationship Id="rId7" Target="../media/image152.png" Type="http://schemas.openxmlformats.org/officeDocument/2006/relationships/image"/><Relationship Id="rId8" Target="../media/image153.png" Type="http://schemas.openxmlformats.org/officeDocument/2006/relationships/image"/><Relationship Id="rId9" Target="../media/image114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54.png" Type="http://schemas.openxmlformats.org/officeDocument/2006/relationships/image"/><Relationship Id="rId4" Target="../media/image3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55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56.png" Type="http://schemas.openxmlformats.org/officeDocument/2006/relationships/image"/><Relationship Id="rId7" Target="../media/image157.png" Type="http://schemas.openxmlformats.org/officeDocument/2006/relationships/image"/><Relationship Id="rId8" Target="../media/image158.png" Type="http://schemas.openxmlformats.org/officeDocument/2006/relationships/image"/><Relationship Id="rId9" Target="../media/image155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59.png" Type="http://schemas.openxmlformats.org/officeDocument/2006/relationships/image"/><Relationship Id="rId7" Target="../media/image160.png" Type="http://schemas.openxmlformats.org/officeDocument/2006/relationships/image"/><Relationship Id="rId8" Target="../media/image155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61.png" Type="http://schemas.openxmlformats.org/officeDocument/2006/relationships/image"/><Relationship Id="rId7" Target="../media/image162.png" Type="http://schemas.openxmlformats.org/officeDocument/2006/relationships/image"/><Relationship Id="rId8" Target="../media/image155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5.png" Type="http://schemas.openxmlformats.org/officeDocument/2006/relationships/image"/><Relationship Id="rId11" Target="../media/image155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63.png" Type="http://schemas.openxmlformats.org/officeDocument/2006/relationships/image"/><Relationship Id="rId7" Target="../media/image164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8.png" Type="http://schemas.openxmlformats.org/officeDocument/2006/relationships/image"/><Relationship Id="rId11" Target="../media/image155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66.png" Type="http://schemas.openxmlformats.org/officeDocument/2006/relationships/image"/><Relationship Id="rId7" Target="../media/image167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8.png" Type="http://schemas.openxmlformats.org/officeDocument/2006/relationships/image"/><Relationship Id="rId11" Target="../media/image155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69.png" Type="http://schemas.openxmlformats.org/officeDocument/2006/relationships/image"/><Relationship Id="rId7" Target="../media/image167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2.png" Type="http://schemas.openxmlformats.org/officeDocument/2006/relationships/image"/><Relationship Id="rId11" Target="../media/image155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70.png" Type="http://schemas.openxmlformats.org/officeDocument/2006/relationships/image"/><Relationship Id="rId7" Target="../media/image171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5.png" Type="http://schemas.openxmlformats.org/officeDocument/2006/relationships/image"/><Relationship Id="rId11" Target="../media/image155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73.png" Type="http://schemas.openxmlformats.org/officeDocument/2006/relationships/image"/><Relationship Id="rId7" Target="../media/image174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8.png" Type="http://schemas.openxmlformats.org/officeDocument/2006/relationships/image"/><Relationship Id="rId11" Target="../media/image155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76.png" Type="http://schemas.openxmlformats.org/officeDocument/2006/relationships/image"/><Relationship Id="rId7" Target="../media/image177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1.png" Type="http://schemas.openxmlformats.org/officeDocument/2006/relationships/image"/><Relationship Id="rId11" Target="../media/image155.png" Type="http://schemas.openxmlformats.org/officeDocument/2006/relationships/image"/><Relationship Id="rId12" Target="../media/image45.png" Type="http://schemas.openxmlformats.org/officeDocument/2006/relationships/image"/><Relationship Id="rId2" Target="../media/image3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4.png" Type="http://schemas.openxmlformats.org/officeDocument/2006/relationships/image"/><Relationship Id="rId6" Target="../media/image179.png" Type="http://schemas.openxmlformats.org/officeDocument/2006/relationships/image"/><Relationship Id="rId7" Target="../media/image18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0.png" Type="http://schemas.openxmlformats.org/officeDocument/2006/relationships/image"/><Relationship Id="rId11" Target="../media/image191.png" Type="http://schemas.openxmlformats.org/officeDocument/2006/relationships/image"/><Relationship Id="rId12" Target="../media/image192.png" Type="http://schemas.openxmlformats.org/officeDocument/2006/relationships/image"/><Relationship Id="rId13" Target="../media/image193.png" Type="http://schemas.openxmlformats.org/officeDocument/2006/relationships/image"/><Relationship Id="rId2" Target="../media/image182.png" Type="http://schemas.openxmlformats.org/officeDocument/2006/relationships/image"/><Relationship Id="rId3" Target="../media/image183.png" Type="http://schemas.openxmlformats.org/officeDocument/2006/relationships/image"/><Relationship Id="rId4" Target="../media/image184.png" Type="http://schemas.openxmlformats.org/officeDocument/2006/relationships/image"/><Relationship Id="rId5" Target="../media/image185.png" Type="http://schemas.openxmlformats.org/officeDocument/2006/relationships/image"/><Relationship Id="rId6" Target="../media/image186.png" Type="http://schemas.openxmlformats.org/officeDocument/2006/relationships/image"/><Relationship Id="rId7" Target="../media/image187.png" Type="http://schemas.openxmlformats.org/officeDocument/2006/relationships/image"/><Relationship Id="rId8" Target="../media/image188.png" Type="http://schemas.openxmlformats.org/officeDocument/2006/relationships/image"/><Relationship Id="rId9" Target="../media/image18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552700" y="4165600"/>
            <a:ext cx="6604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54200" y="9144000"/>
            <a:ext cx="3987800" cy="4572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58500" y="-279400"/>
            <a:ext cx="7683500" cy="768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700000">
            <a:off x="8140700" y="-2844800"/>
            <a:ext cx="5232400" cy="523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15938500" y="4686300"/>
            <a:ext cx="5232400" cy="546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15773400" y="-2971800"/>
            <a:ext cx="5537200" cy="523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1800" y="6451600"/>
            <a:ext cx="5689600" cy="2019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58900" y="9131300"/>
            <a:ext cx="4597400" cy="59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0700" y="711200"/>
            <a:ext cx="2628900" cy="850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-215900" y="8051800"/>
            <a:ext cx="2374900" cy="850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25600" y="7061200"/>
            <a:ext cx="106553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9BB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9137523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" y="7162800"/>
            <a:ext cx="1358900" cy="63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76400" y="7188200"/>
            <a:ext cx="15659100" cy="254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369300" y="2882900"/>
            <a:ext cx="37084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11531600" y="3467100"/>
            <a:ext cx="2628900" cy="262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2700000">
            <a:off x="14160500" y="3467100"/>
            <a:ext cx="2628900" cy="2628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46481600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737600" y="8572500"/>
            <a:ext cx="1524000" cy="127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46481600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432300" y="8572500"/>
            <a:ext cx="1524000" cy="127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46481600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3042900" y="8572500"/>
            <a:ext cx="1524000" cy="12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471900" y="711200"/>
            <a:ext cx="1104900" cy="469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9700" y="1079500"/>
            <a:ext cx="4254500" cy="3543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36700" y="8420100"/>
            <a:ext cx="1003300" cy="1371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47800" y="7404100"/>
            <a:ext cx="1485900" cy="2527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62100" y="8966200"/>
            <a:ext cx="2819400" cy="977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842000" y="8420100"/>
            <a:ext cx="3022600" cy="1371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753100" y="7404100"/>
            <a:ext cx="1574800" cy="2527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867400" y="8966200"/>
            <a:ext cx="2451100" cy="977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134600" y="8420100"/>
            <a:ext cx="1003300" cy="1371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045700" y="7404100"/>
            <a:ext cx="1600200" cy="2527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172700" y="8966200"/>
            <a:ext cx="1689100" cy="977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439900" y="8420100"/>
            <a:ext cx="2349500" cy="1371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351000" y="7404100"/>
            <a:ext cx="1612900" cy="25273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465300" y="8966200"/>
            <a:ext cx="3086100" cy="965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87500" y="2387600"/>
            <a:ext cx="3111500" cy="1320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471900" y="711200"/>
            <a:ext cx="1104900" cy="469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2700" y="7289800"/>
            <a:ext cx="3886200" cy="4064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2197100"/>
            <a:ext cx="10845800" cy="6515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257300"/>
            <a:ext cx="5168900" cy="341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499100" y="10020300"/>
            <a:ext cx="173863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257300"/>
            <a:ext cx="5143500" cy="3416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37600" y="1841500"/>
            <a:ext cx="6426200" cy="722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668500" y="609600"/>
            <a:ext cx="3175000" cy="60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2755900" cy="265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18400" y="3492500"/>
            <a:ext cx="9029700" cy="408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58600" y="293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58600" y="7505700"/>
            <a:ext cx="685800" cy="44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55100" y="10020300"/>
            <a:ext cx="9575800" cy="46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668500" y="609600"/>
            <a:ext cx="3175000" cy="60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2755900" cy="265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78700" y="3492500"/>
            <a:ext cx="9156700" cy="408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58600" y="293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58600" y="7505700"/>
            <a:ext cx="685800" cy="44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55100" y="10020300"/>
            <a:ext cx="9575800" cy="46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668500" y="609600"/>
            <a:ext cx="3175000" cy="60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2755900" cy="265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83400" y="4978400"/>
            <a:ext cx="9779000" cy="1181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41402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07800" y="6362700"/>
            <a:ext cx="685800" cy="44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55100" y="10020300"/>
            <a:ext cx="9575800" cy="46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35800" y="2311400"/>
            <a:ext cx="7226300" cy="3670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71100" y="5143500"/>
            <a:ext cx="6908800" cy="365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651000"/>
            <a:ext cx="2628900" cy="2654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13400" y="9779000"/>
            <a:ext cx="16497300" cy="482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775200" y="9994900"/>
            <a:ext cx="18211800" cy="482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35800" y="2311400"/>
            <a:ext cx="7226300" cy="3670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71100" y="5143500"/>
            <a:ext cx="6908800" cy="365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651000"/>
            <a:ext cx="2628900" cy="2654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13400" y="9779000"/>
            <a:ext cx="16497300" cy="482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775200" y="9994900"/>
            <a:ext cx="18211800" cy="4826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">
            <a:off x="13462000" y="3530600"/>
            <a:ext cx="2451100" cy="259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-240000">
            <a:off x="10718800" y="2921000"/>
            <a:ext cx="3327400" cy="3530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240000">
            <a:off x="8293100" y="3632200"/>
            <a:ext cx="2895600" cy="2844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121400" y="1854200"/>
            <a:ext cx="17576800" cy="13195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93000" y="2451100"/>
            <a:ext cx="8902700" cy="600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47800" y="1651000"/>
            <a:ext cx="4025900" cy="265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88200" y="3111500"/>
            <a:ext cx="9779000" cy="518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131800" y="4533900"/>
            <a:ext cx="3835400" cy="408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651000"/>
            <a:ext cx="1917700" cy="2654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35900" y="2692400"/>
            <a:ext cx="8229600" cy="552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47800" y="1257300"/>
            <a:ext cx="5499100" cy="341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101600" y="7937500"/>
            <a:ext cx="21336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1651000"/>
            <a:ext cx="1701800" cy="265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0" y="5067300"/>
            <a:ext cx="101600" cy="10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214100" y="5067300"/>
            <a:ext cx="101600" cy="10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747000" y="5003800"/>
            <a:ext cx="8191500" cy="129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4432300"/>
            <a:ext cx="685800" cy="44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07800" y="6032500"/>
            <a:ext cx="685800" cy="44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101600" y="7937500"/>
            <a:ext cx="21336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1651000"/>
            <a:ext cx="2184400" cy="265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198600" y="5143500"/>
            <a:ext cx="101600" cy="10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728700" y="5118100"/>
            <a:ext cx="101600" cy="10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62800" y="5003800"/>
            <a:ext cx="8788400" cy="129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4432300"/>
            <a:ext cx="685800" cy="44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07800" y="6032500"/>
            <a:ext cx="685800" cy="44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0" y="1841500"/>
            <a:ext cx="6172200" cy="4635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833100" y="5143500"/>
            <a:ext cx="6172200" cy="3467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3263900" cy="265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2070100"/>
            <a:ext cx="10845800" cy="6781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47800" y="1651000"/>
            <a:ext cx="2476500" cy="265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27700" y="10020300"/>
            <a:ext cx="169164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2070100"/>
            <a:ext cx="10845800" cy="6781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1320000">
            <a:off x="7772400" y="3403600"/>
            <a:ext cx="8293100" cy="346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1651000"/>
            <a:ext cx="24765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9700" y="571500"/>
            <a:ext cx="11684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-228600" y="7810500"/>
            <a:ext cx="23749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471900" y="711200"/>
            <a:ext cx="1104900" cy="469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2700" y="7289800"/>
            <a:ext cx="9588500" cy="4064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12100" y="4013200"/>
            <a:ext cx="7988300" cy="2895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257300"/>
            <a:ext cx="5308600" cy="341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44100" y="3949700"/>
            <a:ext cx="6972300" cy="48768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0" y="1384300"/>
            <a:ext cx="6172200" cy="3086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257300"/>
            <a:ext cx="5435600" cy="3416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88300" y="2552700"/>
            <a:ext cx="7912100" cy="580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47800" y="1651000"/>
            <a:ext cx="3733800" cy="265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305800" y="10020300"/>
            <a:ext cx="11734800" cy="482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1257300"/>
            <a:ext cx="3873500" cy="3416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15200" y="4927600"/>
            <a:ext cx="86233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44450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0579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1257300"/>
            <a:ext cx="3873500" cy="3416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16800" y="4254500"/>
            <a:ext cx="8509000" cy="265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1257300"/>
            <a:ext cx="3873500" cy="3416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16800" y="4254500"/>
            <a:ext cx="8509000" cy="265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46900" y="2590800"/>
            <a:ext cx="10007600" cy="572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13300" y="10020300"/>
            <a:ext cx="187452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257300"/>
            <a:ext cx="4381500" cy="3416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46900" y="2590800"/>
            <a:ext cx="10007600" cy="572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13300" y="10020300"/>
            <a:ext cx="187452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358900"/>
            <a:ext cx="5549900" cy="322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46900" y="2590800"/>
            <a:ext cx="10007600" cy="57277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71500" y="5765800"/>
            <a:ext cx="3670300" cy="327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46900" y="1765300"/>
            <a:ext cx="3086100" cy="209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13300" y="10020300"/>
            <a:ext cx="18745200" cy="482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47800" y="1358900"/>
            <a:ext cx="4457700" cy="3225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59600" y="2095500"/>
            <a:ext cx="9969500" cy="393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76900" y="10020300"/>
            <a:ext cx="170180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358900"/>
            <a:ext cx="3175000" cy="322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772400" y="6451600"/>
            <a:ext cx="8394700" cy="2654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78800" y="4254500"/>
            <a:ext cx="7772400" cy="265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" y="571500"/>
            <a:ext cx="11430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358900"/>
            <a:ext cx="3175000" cy="322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471900" y="711200"/>
            <a:ext cx="1104900" cy="469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2700" y="7289800"/>
            <a:ext cx="8267700" cy="4064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1651000"/>
            <a:ext cx="3175000" cy="265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683500" y="4279900"/>
            <a:ext cx="8293100" cy="196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569700" y="3835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945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388100" y="5943600"/>
            <a:ext cx="101981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08800" y="2857500"/>
            <a:ext cx="10071100" cy="519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358900"/>
            <a:ext cx="4432300" cy="322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64500" y="2146300"/>
            <a:ext cx="7759700" cy="665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358900"/>
            <a:ext cx="4432300" cy="322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44000" y="2273300"/>
            <a:ext cx="6172200" cy="6159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358900"/>
            <a:ext cx="4432300" cy="322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64600" y="2222500"/>
            <a:ext cx="6172200" cy="20066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331200" y="4724400"/>
            <a:ext cx="7239000" cy="17653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258300" y="6705600"/>
            <a:ext cx="5372100" cy="160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358900"/>
            <a:ext cx="3683000" cy="3225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99400" y="3276600"/>
            <a:ext cx="8102600" cy="2628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277100" y="6273800"/>
            <a:ext cx="4889500" cy="19431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53900" y="6527800"/>
            <a:ext cx="4533900" cy="1612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358900"/>
            <a:ext cx="3683000" cy="3225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99400" y="3276600"/>
            <a:ext cx="8102600" cy="2628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277100" y="6273800"/>
            <a:ext cx="4889500" cy="19431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53900" y="6527800"/>
            <a:ext cx="4533900" cy="1612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251700" y="5435600"/>
            <a:ext cx="4699000" cy="3924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358900"/>
            <a:ext cx="3683000" cy="3225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0" y="4254500"/>
            <a:ext cx="7759700" cy="265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358900"/>
            <a:ext cx="4216400" cy="3225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8100" y="2235200"/>
            <a:ext cx="14681200" cy="6159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97700" y="3505200"/>
            <a:ext cx="9906000" cy="391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49911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543800" y="2603500"/>
            <a:ext cx="8813800" cy="1460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708900" y="6261100"/>
            <a:ext cx="8470900" cy="135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05700" y="3873500"/>
            <a:ext cx="8509000" cy="129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29400" y="7429500"/>
            <a:ext cx="9385300" cy="129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358900"/>
            <a:ext cx="5410200" cy="3225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242300" y="4254500"/>
            <a:ext cx="7708900" cy="265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358900"/>
            <a:ext cx="5130800" cy="3225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00700" y="1384300"/>
            <a:ext cx="7086600" cy="7975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1651000"/>
            <a:ext cx="5270500" cy="265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277100" y="4064000"/>
            <a:ext cx="8763000" cy="304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0" y="3886200"/>
            <a:ext cx="9677400" cy="335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19177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394700" y="3695700"/>
            <a:ext cx="7099300" cy="222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25781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216900" y="6375400"/>
            <a:ext cx="7937500" cy="1968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721600" y="3073400"/>
            <a:ext cx="8648700" cy="241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19050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708900" y="5461000"/>
            <a:ext cx="8928100" cy="288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471900" y="711200"/>
            <a:ext cx="1104900" cy="469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2700" y="7289800"/>
            <a:ext cx="7924800" cy="4064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99300" y="2311400"/>
            <a:ext cx="9702800" cy="424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29718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83500" y="6375400"/>
            <a:ext cx="8470900" cy="1968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70700" y="3302000"/>
            <a:ext cx="10147300" cy="430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34163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46900" y="3340100"/>
            <a:ext cx="9994900" cy="424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1651000"/>
            <a:ext cx="37338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97600" y="5384800"/>
            <a:ext cx="10350500" cy="129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08800" y="4419600"/>
            <a:ext cx="90424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651000"/>
            <a:ext cx="1917700" cy="2654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07200" y="5384800"/>
            <a:ext cx="9740900" cy="129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235700" y="4419600"/>
            <a:ext cx="97028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358900"/>
            <a:ext cx="4127500" cy="322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18300" y="5384800"/>
            <a:ext cx="9829800" cy="129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235700" y="4419600"/>
            <a:ext cx="97028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358900"/>
            <a:ext cx="4127500" cy="322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21500" y="5384800"/>
            <a:ext cx="9626600" cy="129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38900" y="4419600"/>
            <a:ext cx="95123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358900"/>
            <a:ext cx="4559300" cy="322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02300" y="5384800"/>
            <a:ext cx="10845800" cy="129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032500" y="4419600"/>
            <a:ext cx="99060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358900"/>
            <a:ext cx="3683000" cy="322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918200" y="5384800"/>
            <a:ext cx="10629900" cy="129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032500" y="4419600"/>
            <a:ext cx="99060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358900"/>
            <a:ext cx="3683000" cy="322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8575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2425700" y="4051300"/>
            <a:ext cx="6362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508000" y="609600"/>
            <a:ext cx="482600" cy="48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215900" y="7810500"/>
            <a:ext cx="23749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1562100"/>
            <a:ext cx="10845800" cy="778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0" y="5626100"/>
            <a:ext cx="94361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912100" y="4419600"/>
            <a:ext cx="80264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07800" y="3581400"/>
            <a:ext cx="6858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07800" y="6743700"/>
            <a:ext cx="6858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1358900"/>
            <a:ext cx="5257800" cy="322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" y="584200"/>
            <a:ext cx="11430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11200"/>
            <a:ext cx="3987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74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78300" y="3467100"/>
            <a:ext cx="17310100" cy="3873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058900" y="4165600"/>
            <a:ext cx="66040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17106900" y="609600"/>
            <a:ext cx="482600" cy="482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6383000" y="8051800"/>
            <a:ext cx="2374900" cy="8509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32000" y="2463800"/>
            <a:ext cx="4953000" cy="495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177800" y="596900"/>
            <a:ext cx="3530600" cy="3530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165100" y="5740400"/>
            <a:ext cx="3530600" cy="35306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-2147483648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3111500" y="2451100"/>
            <a:ext cx="4953000" cy="4953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-2362200" y="-2006600"/>
            <a:ext cx="3530600" cy="35306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06600" y="-2692400"/>
            <a:ext cx="4953000" cy="4953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5308600" y="584200"/>
            <a:ext cx="3530600" cy="3530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-2425700" y="8318500"/>
            <a:ext cx="3530600" cy="3530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7886700" y="-2006600"/>
            <a:ext cx="3530600" cy="3530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22200" y="9105900"/>
            <a:ext cx="3987800" cy="457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04600" y="9093200"/>
            <a:ext cx="5232400" cy="596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738600" y="558800"/>
            <a:ext cx="1143000" cy="66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